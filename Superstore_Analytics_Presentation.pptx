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Sales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827456</c:v>
                </c:pt>
                <c:pt idx="1">
                  <c:v>741999</c:v>
                </c:pt>
                <c:pt idx="2">
                  <c:v>705422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Sales by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1148060</c:v>
                </c:pt>
                <c:pt idx="1">
                  <c:v>706146</c:v>
                </c:pt>
                <c:pt idx="2">
                  <c:v>429653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an end-to-end data analytics project on Superstore Sales — from data cleaning to business recommendations. Introduce yourself and briefly explain the project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audience through what you'll cover. Emphasize that this is an end-to-end project showcasing all stages of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 context. Superstore needs data-driven decisions to improve performance. These are the four key analytical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dataset. 9,800 sales transactions with 18 columns. Key fields include region, category, segment, and date — all needed for our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5-step workflow. Emphasize data cleaning as a critical step. SQL was used to aggregate and slice the data before visualization.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boxes with your actual chart screenshots: sales_by_category.png, sales_by_region.png, sales_by_segment.png, monthly_sales_trend.png. In PowerPoint, right-click &gt; Change Picture on each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all four key findings. Technology leads, Consumer dominates, West excels, South needs work. These findings directly drive the next slide's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recommendation, explain the insight that led to it. Show you understand the 'why' behind each action — this impresses interviewers.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charts visualize the actual sales numbers. Technology leads by value, Consumer dominates by segment share. Use these to support your verbal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summarizing the key takeaways. Invite questions. Mention that all code, SQL, and visualizations are available on your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  |  Week 4 Capstone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20116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3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 •  SQL  •  GitHub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365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868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Business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1344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8196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22951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Dashboard &amp;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2770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Key Insights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324612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Recommendations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372160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Business Impact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419709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walks through the complete analytics lifecycle — from identifying a business problem to delivering actionable recommendations backed by data.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320040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74904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workflow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Question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691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Superstore improve its sales performance by analyzing categories, regions, customer segments, and sales trends?"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288036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175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3547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Sales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3886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drive revenue?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514600" y="288036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0175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06040" y="3547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606040" y="3886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perform best and worst?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617720" y="288036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0175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09160" y="3547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09160" y="3886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most valuable customers?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720840" y="288036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01752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12280" y="3547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812280" y="3886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sales performance change over time?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Columns in the Dataset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0815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30632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30815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0632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0815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30632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30815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4747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AF6F6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4930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14600" y="34747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AF6F6"/>
          </a:solidFill>
          <a:ln/>
        </p:spPr>
      </p:sp>
      <p:sp>
        <p:nvSpPr>
          <p:cNvPr id="28" name="Text 26"/>
          <p:cNvSpPr/>
          <p:nvPr/>
        </p:nvSpPr>
        <p:spPr>
          <a:xfrm>
            <a:off x="2514600" y="34930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4747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AF6F6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34930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20840" y="34747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AF6F6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34930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388620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9044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14600" y="388620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2514600" y="39044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388620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4617720" y="39044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20840" y="388620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39044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2976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AF6F6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3159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14600" y="42976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AF6F6"/>
          </a:solidFill>
          <a:ln/>
        </p:spPr>
      </p:sp>
      <p:sp>
        <p:nvSpPr>
          <p:cNvPr id="44" name="Text 42"/>
          <p:cNvSpPr/>
          <p:nvPr/>
        </p:nvSpPr>
        <p:spPr>
          <a:xfrm>
            <a:off x="2514600" y="43159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17720" y="42976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AF6F6"/>
          </a:solidFill>
          <a:ln/>
        </p:spPr>
      </p:sp>
      <p:sp>
        <p:nvSpPr>
          <p:cNvPr id="46" name="Text 44"/>
          <p:cNvSpPr/>
          <p:nvPr/>
        </p:nvSpPr>
        <p:spPr>
          <a:xfrm>
            <a:off x="4617720" y="43159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20840" y="42976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AF6F6"/>
          </a:solidFill>
          <a:ln/>
        </p:spPr>
      </p:sp>
      <p:sp>
        <p:nvSpPr>
          <p:cNvPr id="48" name="Text 46"/>
          <p:cNvSpPr/>
          <p:nvPr/>
        </p:nvSpPr>
        <p:spPr>
          <a:xfrm>
            <a:off x="6720840" y="43159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73152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8813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9966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19072" y="127101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Superstore CSV with 9,800 rows into Google Sheets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73736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737360"/>
            <a:ext cx="73152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73736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865376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19072" y="17739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719072" y="20482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values, verified dates, removed duplicates, validated sales figures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51460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514600"/>
            <a:ext cx="73152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251460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642616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19072" y="25511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719072" y="282549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SQL queries for category, region, segment aggregations and trends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3291840"/>
            <a:ext cx="73152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23" name="Text 18"/>
          <p:cNvSpPr/>
          <p:nvPr/>
        </p:nvSpPr>
        <p:spPr>
          <a:xfrm>
            <a:off x="365760" y="329184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419856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19072" y="33284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719072" y="360273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bar charts, pie charts, and line trends in Google Sheets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65760" y="406908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65760" y="4069080"/>
            <a:ext cx="73152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29" name="Text 23"/>
          <p:cNvSpPr/>
          <p:nvPr/>
        </p:nvSpPr>
        <p:spPr>
          <a:xfrm>
            <a:off x="365760" y="406908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197096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719072" y="41056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719072" y="437997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business insights and created actionable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645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Chart Screenshot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645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Chart Screenshot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6118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Chart Screenshot 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Segment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6118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Chart Screenshot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C7293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₹8.27L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148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highest revenue-generating category — highest demand across all segments.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C7293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₹11.48L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8640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92040" y="2148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segment dominates total sales, making it the most valuable customer group.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31089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C7293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461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9728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2920" y="3977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records the highest sales performance across all product categories.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1089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C7293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4612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Opp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548640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Region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892040" y="3977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region has the lowest sales — a clear opportunity for growth and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914400" cy="109728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6128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1: Expand Technology Investment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1554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inventory and run targeted promotional campaigns for Technology products to capture higher demand and revenue potential.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28600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286000"/>
            <a:ext cx="914400" cy="109728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060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3957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2: Boost South Region Marketing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63040" y="27889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sales efforts in the South region through localized campaigns, partnerships, and better product availability.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5760" y="352044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3520440"/>
            <a:ext cx="914400" cy="10972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63016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3: Consumer Loyalty Programs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63040" y="40233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loyalty rewards, personalized offers, and targeted ads for Consumer customers to increase repeat purchases and lifetime value.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Value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5156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Summary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end-to-end analytics workflow — from raw data to actionable business insights.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9202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9,800 sales records across categories, regions, and segments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4231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generated the highest revenue (₹8.27L)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2608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2926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contributed the largest share of sales (₹11.48L)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2900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4290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leads; South region offers a key growth opportunity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31920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120" y="3931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3 data-driven recommendations for business improvement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548640" y="457200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/>
        </p:spPr>
      </p:sp>
      <p:sp>
        <p:nvSpPr>
          <p:cNvPr id="18" name="Text 10"/>
          <p:cNvSpPr/>
          <p:nvPr/>
        </p:nvSpPr>
        <p:spPr>
          <a:xfrm>
            <a:off x="54864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Performance Analysis</dc:title>
  <dc:subject>PptxGenJS Presentation</dc:subject>
  <dc:creator>Data Analytics Portfolio</dc:creator>
  <cp:lastModifiedBy>Data Analytics Portfolio</cp:lastModifiedBy>
  <cp:revision>1</cp:revision>
  <dcterms:created xsi:type="dcterms:W3CDTF">2026-06-12T09:19:49Z</dcterms:created>
  <dcterms:modified xsi:type="dcterms:W3CDTF">2026-06-12T09:19:49Z</dcterms:modified>
</cp:coreProperties>
</file>